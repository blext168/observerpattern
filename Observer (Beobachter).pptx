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1" r:id="rId6"/>
    <p:sldId id="262" r:id="rId7"/>
    <p:sldId id="265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2026" autoAdjust="0"/>
  </p:normalViewPr>
  <p:slideViewPr>
    <p:cSldViewPr snapToGrid="0">
      <p:cViewPr varScale="1">
        <p:scale>
          <a:sx n="79" d="100"/>
          <a:sy n="79" d="100"/>
        </p:scale>
        <p:origin x="12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5E5C4F-5CD3-4813-8A58-17042F1AE97C}" type="datetimeFigureOut">
              <a:rPr lang="de-DE" smtClean="0"/>
              <a:t>10.11.2025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9FC98-DDC4-40A5-90CB-37FFA02134F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9887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Problem als Frage verpacken in der Präsentation</a:t>
            </a:r>
          </a:p>
          <a:p>
            <a:endParaRPr lang="de-DE" dirty="0"/>
          </a:p>
          <a:p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Problemstellung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Mehrere Objekte (Observer) interessieren sich für Änderungen im Zustand eines anderen Objekts (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Subject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Ohne Pattern müsste das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Subject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hart codiert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wissen, welche Observer es benachrichtigen muss → enge Kopplung.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macht die Architektur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unflexibel und schwer erweiterbar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Beispiel: Eine Wetterstation misst Temperaturen, verschiedene Displays und Logger wollen informiert werden, wenn sich die Temperatur ändert.</a:t>
            </a:r>
          </a:p>
          <a:p>
            <a:br>
              <a:rPr lang="de-DE" dirty="0"/>
            </a:b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9FC98-DDC4-40A5-90CB-37FFA02134F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49259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/>
              <a:t>Die Grundidee des Musters, das mehrere Objekte informiert werden, sobald sich der Zustand eines bestimmten </a:t>
            </a:r>
            <a:r>
              <a:rPr lang="de-DE" dirty="0"/>
              <a:t>Subjekts</a:t>
            </a:r>
            <a:r>
              <a:rPr lang="de-DE" sz="1200" dirty="0"/>
              <a:t> sich ändert.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/>
              <a:t>Das </a:t>
            </a:r>
            <a:r>
              <a:rPr lang="de-DE" dirty="0"/>
              <a:t>Subjekt</a:t>
            </a:r>
            <a:r>
              <a:rPr lang="de-DE" sz="1200" dirty="0"/>
              <a:t> ist Objekt, welches wir beobachten.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/>
              <a:t>Dabei gibt es ein </a:t>
            </a:r>
            <a:r>
              <a:rPr lang="de-DE" dirty="0"/>
              <a:t>Subjekt</a:t>
            </a:r>
            <a:r>
              <a:rPr lang="de-DE" sz="1200" dirty="0"/>
              <a:t>, welches eine Liste von </a:t>
            </a:r>
            <a:r>
              <a:rPr lang="de-DE" sz="1200" dirty="0" err="1"/>
              <a:t>Observern</a:t>
            </a:r>
            <a:r>
              <a:rPr lang="de-DE" sz="1200" dirty="0"/>
              <a:t> verwaltet. Observer-Objekte können ein </a:t>
            </a:r>
            <a:r>
              <a:rPr lang="de-DE" dirty="0"/>
              <a:t>Subjekts</a:t>
            </a:r>
            <a:r>
              <a:rPr lang="de-DE" sz="1200" dirty="0"/>
              <a:t> abonnieren.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dirty="0"/>
              <a:t>Bei Änderung der Daten im </a:t>
            </a:r>
            <a:r>
              <a:rPr lang="de-DE" dirty="0"/>
              <a:t>Subjekts</a:t>
            </a:r>
            <a:r>
              <a:rPr lang="de-DE" sz="1200" dirty="0"/>
              <a:t> werden alle zugehörigen Observer informiert und diese können dann ihre Daten aktualisieren.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9FC98-DDC4-40A5-90CB-37FFA02134FB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6971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</a:t>
            </a:r>
            <a:r>
              <a:rPr lang="de-DE" b="1" dirty="0" err="1"/>
              <a:t>Subject</a:t>
            </a:r>
            <a:r>
              <a:rPr lang="de-DE" dirty="0"/>
              <a:t> verwaltet eine Liste von </a:t>
            </a:r>
            <a:r>
              <a:rPr lang="de-DE" dirty="0" err="1"/>
              <a:t>Observern</a:t>
            </a:r>
            <a:r>
              <a:rPr lang="de-DE" dirty="0"/>
              <a:t>.</a:t>
            </a:r>
          </a:p>
          <a:p>
            <a:r>
              <a:rPr lang="de-DE" dirty="0"/>
              <a:t>Observer registrieren oder </a:t>
            </a:r>
            <a:r>
              <a:rPr lang="de-DE" dirty="0" err="1"/>
              <a:t>deregistrieren</a:t>
            </a:r>
            <a:r>
              <a:rPr lang="de-DE" dirty="0"/>
              <a:t> sich beim </a:t>
            </a:r>
            <a:r>
              <a:rPr lang="de-DE" dirty="0" err="1"/>
              <a:t>Subject</a:t>
            </a:r>
            <a:r>
              <a:rPr lang="de-DE" dirty="0"/>
              <a:t>.</a:t>
            </a:r>
          </a:p>
          <a:p>
            <a:r>
              <a:rPr lang="de-DE" dirty="0"/>
              <a:t>Bei einer Zustandsänderung ruft das </a:t>
            </a:r>
            <a:r>
              <a:rPr lang="de-DE" dirty="0" err="1"/>
              <a:t>Subject</a:t>
            </a:r>
            <a:r>
              <a:rPr lang="de-DE" dirty="0"/>
              <a:t> die </a:t>
            </a:r>
            <a:r>
              <a:rPr lang="de-DE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Update()</a:t>
            </a:r>
            <a:r>
              <a:rPr lang="de-DE" dirty="0"/>
              <a:t>-Methode aller registrierten Observer auf.</a:t>
            </a:r>
          </a:p>
          <a:p>
            <a:r>
              <a:rPr lang="de-DE" dirty="0"/>
              <a:t>Observer reagieren individuell auf die Benachrichtigung.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9FC98-DDC4-40A5-90CB-37FFA02134F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8210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Vorteile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Lose Kopplung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Subject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kennt nur das Observer-Interface, nicht die konkrete Implementierung.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Flexibel: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Beliebig viele Observer können sich an- und abmelden.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Wiederverwendbar: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Observer und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Subjects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sind unabhängig voneinander nutzbar.</a:t>
            </a:r>
          </a:p>
          <a:p>
            <a:endParaRPr lang="de-DE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Nachteile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Kann zu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vielen Benachrichtigungen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führen (Performance-Thema).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Die Reihenfolge der Benachrichtigung ist nicht garantiert.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Gefahr von </a:t>
            </a:r>
            <a:r>
              <a:rPr lang="de-DE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Speicherlecks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wenn Observer nicht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deregistriert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werden.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9FC98-DDC4-40A5-90CB-37FFA02134F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152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F657-8A70-4A9E-8680-EC0362A7C1B2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8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A61C-8A35-43B9-89FD-0F14341C3F3C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6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5F849-CA23-46D9-A838-54BB3E2B9C19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827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DD20-5AC8-4B6C-B81D-41260ACFD7CE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8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975B9-B801-4748-AF54-F3388BCB44A7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8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467BD-D474-4ABE-A6AF-C0F55E8C147B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24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17DE4-8E9D-487E-B8F8-AD8DE7E15E41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4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81B7-8BEA-45A6-834E-230CEA58D401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43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4F708C5-41F9-43BC-8B52-6D1EFE642DC3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7170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708C5-41F9-43BC-8B52-6D1EFE642DC3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62412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708C5-41F9-43BC-8B52-6D1EFE642DC3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76640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708C5-41F9-43BC-8B52-6D1EFE642DC3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54432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708C5-41F9-43BC-8B52-6D1EFE642DC3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57123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708C5-41F9-43BC-8B52-6D1EFE642DC3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29054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708C5-41F9-43BC-8B52-6D1EFE642DC3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78459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4B465-6954-4C35-A00B-039D68DE2B25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60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35CDA-45F3-41C3-91A1-2AFC27A12227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7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4F708C5-41F9-43BC-8B52-6D1EFE642DC3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586042B-6341-4E38-A80C-926D3BB8AAC9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780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4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lext168/ObserverPattern" TargetMode="Externa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EADE14-BAD1-E14F-508B-168452C53E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Observer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542BF6-24A2-0291-DF50-FF35E5EEE2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Beobachter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FB4EAB-7431-3081-EFE9-7BE7D03B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F657-8A70-4A9E-8680-EC0362A7C1B2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711C22-7038-E92A-F8D3-D1E614AAD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914B6F-2108-9AEE-75D0-D0A63F26C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5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206B46-D64B-5483-5BAD-B1CA83EC1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b="1" dirty="0" err="1"/>
              <a:t>inhalt</a:t>
            </a:r>
            <a:endParaRPr lang="de-DE" sz="36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5865D2-ACC7-D283-F590-F0EA4ECF3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12127"/>
            <a:ext cx="9905998" cy="3479074"/>
          </a:xfrm>
        </p:spPr>
        <p:txBody>
          <a:bodyPr>
            <a:normAutofit/>
          </a:bodyPr>
          <a:lstStyle/>
          <a:p>
            <a:r>
              <a:rPr lang="de-DE" sz="2400" dirty="0"/>
              <a:t>Funktionsweise / Definition</a:t>
            </a:r>
          </a:p>
          <a:p>
            <a:r>
              <a:rPr lang="de-DE" sz="2400" dirty="0"/>
              <a:t>Problem</a:t>
            </a:r>
          </a:p>
          <a:p>
            <a:r>
              <a:rPr lang="de-DE" sz="2400" dirty="0"/>
              <a:t>Lösung</a:t>
            </a:r>
          </a:p>
          <a:p>
            <a:r>
              <a:rPr lang="de-DE" sz="2400" dirty="0"/>
              <a:t>Struktur</a:t>
            </a:r>
          </a:p>
          <a:p>
            <a:r>
              <a:rPr lang="de-DE" sz="2400" dirty="0"/>
              <a:t>Vor- und Nachteile</a:t>
            </a:r>
          </a:p>
          <a:p>
            <a:r>
              <a:rPr lang="de-DE" sz="2400" dirty="0"/>
              <a:t>Anwendungsfälle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71C292-0E0D-8D0B-9759-A0D57D3B6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A61C-8A35-43B9-89FD-0F14341C3F3C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4AE173-F3DE-916D-7C32-AB2F7A73C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B212D8-846C-0B60-EEFC-90414EC41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05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9F7141-2273-4A8C-71B8-A14B3FBC6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Problem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257045-B318-97DE-9497-A88A0B14A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188221"/>
            <a:ext cx="9905998" cy="2481558"/>
          </a:xfrm>
        </p:spPr>
        <p:txBody>
          <a:bodyPr>
            <a:normAutofit/>
          </a:bodyPr>
          <a:lstStyle/>
          <a:p>
            <a:r>
              <a:rPr lang="de-DE" sz="2400" dirty="0"/>
              <a:t>Interesse am Zustand</a:t>
            </a:r>
          </a:p>
          <a:p>
            <a:r>
              <a:rPr lang="de-DE" sz="2400" dirty="0"/>
              <a:t>Hart codiert</a:t>
            </a:r>
          </a:p>
          <a:p>
            <a:r>
              <a:rPr lang="de-DE" sz="2400" dirty="0"/>
              <a:t>Skalierbarkeit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9A7575-A811-16AC-593D-212FD1071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A61C-8A35-43B9-89FD-0F14341C3F3C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7D3E689-822D-51D9-4993-388A5738B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0BADD6F-F895-5A3D-E848-7D5A778A8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3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6526CDC-4F0D-F03F-D07C-44617ACA5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502" y="862781"/>
            <a:ext cx="5427526" cy="47799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6493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E1453B-2F50-687E-4DC9-DCCDE200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Funktionsweise / Definition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92E3E3-9C89-D3D0-BB2D-F7E666572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514600"/>
            <a:ext cx="9905998" cy="2617098"/>
          </a:xfrm>
        </p:spPr>
        <p:txBody>
          <a:bodyPr>
            <a:normAutofit/>
          </a:bodyPr>
          <a:lstStyle/>
          <a:p>
            <a:r>
              <a:rPr lang="de-DE" sz="2400" dirty="0"/>
              <a:t>Ein </a:t>
            </a:r>
            <a:r>
              <a:rPr lang="de-DE" sz="2400" dirty="0" err="1"/>
              <a:t>subjekt</a:t>
            </a:r>
            <a:r>
              <a:rPr lang="de-DE" sz="2400" dirty="0"/>
              <a:t> mehrere </a:t>
            </a:r>
            <a:r>
              <a:rPr lang="de-DE" sz="2400" dirty="0" err="1"/>
              <a:t>objekte</a:t>
            </a:r>
            <a:endParaRPr lang="de-DE" sz="2400" dirty="0"/>
          </a:p>
          <a:p>
            <a:r>
              <a:rPr lang="de-DE" sz="2400" dirty="0"/>
              <a:t>Objekt kann </a:t>
            </a:r>
            <a:r>
              <a:rPr lang="de-DE" sz="2400" dirty="0" err="1"/>
              <a:t>subjekt</a:t>
            </a:r>
            <a:r>
              <a:rPr lang="de-DE" sz="2400" dirty="0"/>
              <a:t> abonnieren </a:t>
            </a:r>
          </a:p>
          <a:p>
            <a:r>
              <a:rPr lang="de-DE" sz="2400" dirty="0"/>
              <a:t>Subjekt wird beobachtet</a:t>
            </a:r>
          </a:p>
          <a:p>
            <a:r>
              <a:rPr lang="de-DE" sz="2400" dirty="0"/>
              <a:t>Mehrere </a:t>
            </a:r>
            <a:r>
              <a:rPr lang="de-DE" sz="2400" dirty="0" err="1"/>
              <a:t>objekte</a:t>
            </a:r>
            <a:r>
              <a:rPr lang="de-DE" sz="2400" dirty="0"/>
              <a:t> werden informiert bei </a:t>
            </a:r>
            <a:r>
              <a:rPr lang="de-DE" sz="2400" dirty="0" err="1"/>
              <a:t>änderung</a:t>
            </a:r>
            <a:endParaRPr lang="de-DE" sz="2400" dirty="0"/>
          </a:p>
          <a:p>
            <a:endParaRPr lang="de-DE" sz="2400" dirty="0"/>
          </a:p>
          <a:p>
            <a:endParaRPr lang="de-DE" sz="2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B5A58A-8AC4-D6EB-20B7-B8C82785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A61C-8A35-43B9-89FD-0F14341C3F3C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117D90-C246-D579-7CA8-4305C3668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BAA2B6-D065-DF47-4865-64B29933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84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30E6598D-2437-923B-86AB-A152DC515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050" y="248647"/>
            <a:ext cx="10345570" cy="5324926"/>
          </a:xfr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46A8D2-8D3B-60EF-BE9E-29DA4EC0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A61C-8A35-43B9-89FD-0F14341C3F3C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03543D-0EEB-293F-DCE8-35BC3168A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59CEE8-D1E4-1E43-21BF-21B6D792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792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045D88-2A10-296B-42FE-22446093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Vor- und Nachteile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04ED98-AF44-9577-9E12-A3FB6A6643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b="1" dirty="0"/>
              <a:t>Vorteile:</a:t>
            </a:r>
          </a:p>
          <a:p>
            <a:r>
              <a:rPr lang="de-DE" sz="2400" dirty="0"/>
              <a:t>Lose Kopplung</a:t>
            </a:r>
          </a:p>
          <a:p>
            <a:r>
              <a:rPr lang="de-DE" sz="2400" dirty="0"/>
              <a:t>Flexibel</a:t>
            </a:r>
          </a:p>
          <a:p>
            <a:r>
              <a:rPr lang="de-DE" sz="2400" dirty="0"/>
              <a:t>Wiederverwendbar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21BC2A-B5CA-C4E9-5A9C-66893853732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400" b="1" dirty="0"/>
              <a:t>Nachteile:</a:t>
            </a:r>
          </a:p>
          <a:p>
            <a:r>
              <a:rPr lang="de-DE" sz="2400" dirty="0"/>
              <a:t>Performance</a:t>
            </a:r>
          </a:p>
          <a:p>
            <a:r>
              <a:rPr lang="de-DE" sz="2400" dirty="0"/>
              <a:t>Keine Garantie</a:t>
            </a:r>
          </a:p>
          <a:p>
            <a:r>
              <a:rPr lang="de-DE" sz="2400" dirty="0"/>
              <a:t>Speicherlecks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5E7877-FF59-79EA-6965-1FE863F06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CDD20-5AC8-4B6C-B81D-41260ACFD7CE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1A5D82-E4BB-94E7-07AD-51E10FC1A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3DC797-0E13-12A4-55AF-FEADD647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615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16105D-3E9F-6B1C-A987-AF3C959C5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Anwendungsfälle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B977AC-A570-3D10-D607-E52B07E2A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81476"/>
            <a:ext cx="9905998" cy="3124201"/>
          </a:xfrm>
        </p:spPr>
        <p:txBody>
          <a:bodyPr/>
          <a:lstStyle/>
          <a:p>
            <a:r>
              <a:rPr lang="de-DE" dirty="0"/>
              <a:t>GUI-Frameworks: Button-Klick → mehrere </a:t>
            </a:r>
            <a:r>
              <a:rPr lang="de-DE" dirty="0" err="1"/>
              <a:t>Listener</a:t>
            </a:r>
            <a:r>
              <a:rPr lang="de-DE" dirty="0"/>
              <a:t>.</a:t>
            </a:r>
          </a:p>
          <a:p>
            <a:r>
              <a:rPr lang="de-DE" dirty="0"/>
              <a:t>Wetterstation (wie im Beispiel).</a:t>
            </a:r>
          </a:p>
          <a:p>
            <a:r>
              <a:rPr lang="de-DE" dirty="0"/>
              <a:t>Event-Systeme (z. B. </a:t>
            </a:r>
            <a:r>
              <a:rPr lang="de-DE" dirty="0" err="1"/>
              <a:t>Logging</a:t>
            </a:r>
            <a:r>
              <a:rPr lang="de-DE" dirty="0"/>
              <a:t>, Monitoring).</a:t>
            </a:r>
          </a:p>
          <a:p>
            <a:r>
              <a:rPr lang="de-DE" dirty="0"/>
              <a:t>Datenmodelle, die Views automatisch aktualisieren sollen (MVC, MVVM).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802D25-5574-1BA4-78C7-225DBBF22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A61C-8A35-43B9-89FD-0F14341C3F3C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718AE5-0807-5A16-F74E-81FDCA429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57EF30-FED3-B030-0D8A-8AC9F902C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4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2F16A1-6895-C38C-44FC-4ADB328C1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b="1" dirty="0"/>
              <a:t>Merksatz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61E9EE-4312-3123-EC6E-467A3392F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400" dirty="0">
                <a:effectLst/>
              </a:rPr>
              <a:t>Das Observer Pattern ist wie ein </a:t>
            </a:r>
            <a:r>
              <a:rPr lang="de-DE" sz="2400" b="1" dirty="0">
                <a:effectLst/>
              </a:rPr>
              <a:t>Newsletter</a:t>
            </a:r>
            <a:r>
              <a:rPr lang="de-DE" sz="2400" dirty="0">
                <a:effectLst/>
              </a:rPr>
              <a:t>:</a:t>
            </a:r>
          </a:p>
          <a:p>
            <a:pPr marL="0" indent="0" algn="ctr">
              <a:buNone/>
            </a:pPr>
            <a:r>
              <a:rPr lang="de-DE" sz="2400" dirty="0">
                <a:effectLst/>
              </a:rPr>
              <a:t>Sobald neue Informationen erscheinen, werden alle </a:t>
            </a:r>
            <a:r>
              <a:rPr lang="de-DE" sz="2400" b="1" dirty="0">
                <a:effectLst/>
              </a:rPr>
              <a:t>Abonnenten (Observer)</a:t>
            </a:r>
            <a:r>
              <a:rPr lang="de-DE" sz="2400" dirty="0">
                <a:effectLst/>
              </a:rPr>
              <a:t> automatisch benachrichtigt.</a:t>
            </a:r>
          </a:p>
          <a:p>
            <a:pPr marL="0" indent="0" algn="ctr">
              <a:buNone/>
            </a:pPr>
            <a:endParaRPr lang="de-DE" sz="240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AA961A-239D-82E7-4B51-153D7DE4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0A61C-8A35-43B9-89FD-0F14341C3F3C}" type="datetime2">
              <a:rPr lang="de-DE" smtClean="0"/>
              <a:t>Montag, 10. November 2025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A181E9-428B-3C08-339C-4E4B85DF0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722708-4858-2594-3E33-3C50652F5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43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348EF5-9B01-8BFA-57F7-C4F8B452D0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Zum später anschauen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7D0572C-C296-561D-1D0B-7401DB541D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2400" dirty="0" err="1">
                <a:hlinkClick r:id="rId2"/>
              </a:rPr>
              <a:t>Github</a:t>
            </a:r>
            <a:r>
              <a:rPr lang="de-DE" sz="2400" dirty="0">
                <a:hlinkClick r:id="rId2"/>
              </a:rPr>
              <a:t>-Repository</a:t>
            </a:r>
            <a:endParaRPr lang="de-DE" sz="2400" dirty="0">
              <a:effectLst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BC3F5A-EABE-9BF0-6C33-1FA6CE884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F657-8A70-4A9E-8680-EC0362A7C1B2}" type="datetime2">
              <a:rPr lang="de-DE" smtClean="0"/>
              <a:t>Montag, 10. November 2025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ECD069-63AC-F472-DA86-FDE8F9A8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Von: Jasper Högemann, Danilo Schiefer, Mike SChröer</a:t>
            </a:r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2AA6F1-A601-7045-F22F-838E55F41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153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Netz">
  <a:themeElements>
    <a:clrScheme name="Netz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Netz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Netz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TM03457485[[fn=Netz]]</Template>
  <TotalTime>0</TotalTime>
  <Words>479</Words>
  <Application>Microsoft Office PowerPoint</Application>
  <PresentationFormat>Breitbild</PresentationFormat>
  <Paragraphs>94</Paragraphs>
  <Slides>9</Slides>
  <Notes>4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0" baseType="lpstr">
      <vt:lpstr>Netz</vt:lpstr>
      <vt:lpstr>Observer</vt:lpstr>
      <vt:lpstr>inhalt</vt:lpstr>
      <vt:lpstr>Problem</vt:lpstr>
      <vt:lpstr>Funktionsweise / Definition</vt:lpstr>
      <vt:lpstr>PowerPoint-Präsentation</vt:lpstr>
      <vt:lpstr>Vor- und Nachteile</vt:lpstr>
      <vt:lpstr>Anwendungsfälle</vt:lpstr>
      <vt:lpstr>Merksatz</vt:lpstr>
      <vt:lpstr>Zum später anschauen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Observer</dc:title>
  <dc:creator>Schröer, Mike</dc:creator>
  <cp:lastModifiedBy>Danilo Schiefer</cp:lastModifiedBy>
  <cp:revision>28</cp:revision>
  <dcterms:created xsi:type="dcterms:W3CDTF">2025-10-08T10:31:21Z</dcterms:created>
  <dcterms:modified xsi:type="dcterms:W3CDTF">2025-11-10T11:29:32Z</dcterms:modified>
</cp:coreProperties>
</file>